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 Phi Labs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need a portable identity before they can become a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Rider gives every agent a name it can carry anywhere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Rider turns portable identity into an accountable hiring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CuNi makes the agent’s output exact across three targets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PCC proves the lab can build and verify hard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PCC also beats xz-6 on Whisper Tiny model weights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Hosted PCC starts free and scales into an API business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next step is first revenue, not another prototype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the step from built products to first revenue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 Phi Labs Pitch Deck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